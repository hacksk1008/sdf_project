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6"/>
      <p:bold r:id="rId7"/>
    </p:embeddedFont>
    <p:embeddedFont>
      <p:font typeface="Century Gothic" panose="020B0502020202020204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i6An8BS/k4eJOs3AJ2IQKElQWq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D251AE-34FA-4EAD-A95B-919DA461DC62}">
  <a:tblStyle styleId="{B1D251AE-34FA-4EAD-A95B-919DA461DC6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E4BBDF14-C6E1-4BAB-833B-9B682C9DA91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3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24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685800" y="434340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64" name="Google Shape;6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ba68c9d43_1_67"/>
          <p:cNvSpPr txBox="1">
            <a:spLocks noGrp="1"/>
          </p:cNvSpPr>
          <p:nvPr>
            <p:ph type="title"/>
          </p:nvPr>
        </p:nvSpPr>
        <p:spPr>
          <a:xfrm>
            <a:off x="1036464" y="2368483"/>
            <a:ext cx="7110000" cy="7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500" b="0" i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3eba68c9d43_1_67"/>
          <p:cNvSpPr txBox="1">
            <a:spLocks noGrp="1"/>
          </p:cNvSpPr>
          <p:nvPr>
            <p:ph type="body" idx="1"/>
          </p:nvPr>
        </p:nvSpPr>
        <p:spPr>
          <a:xfrm>
            <a:off x="384725" y="1738714"/>
            <a:ext cx="8332500" cy="26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g3eba68c9d43_1_67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g3eba68c9d43_1_67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g3eba68c9d43_1_67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/>
          <p:nvPr/>
        </p:nvSpPr>
        <p:spPr>
          <a:xfrm>
            <a:off x="311700" y="837388"/>
            <a:ext cx="8520600" cy="5727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57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Details : Gender Distribution</a:t>
            </a:r>
            <a:endParaRPr sz="24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5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311700" y="4279164"/>
            <a:ext cx="8520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8" name="Google Shape;68;p2"/>
          <p:cNvGraphicFramePr/>
          <p:nvPr/>
        </p:nvGraphicFramePr>
        <p:xfrm>
          <a:off x="484925" y="1936294"/>
          <a:ext cx="3651725" cy="1982275"/>
        </p:xfrm>
        <a:graphic>
          <a:graphicData uri="http://schemas.openxmlformats.org/drawingml/2006/table">
            <a:tbl>
              <a:tblPr>
                <a:noFill/>
                <a:tableStyleId>{B1D251AE-34FA-4EAD-A95B-919DA461DC62}</a:tableStyleId>
              </a:tblPr>
              <a:tblGrid>
                <a:gridCol w="180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Gender</a:t>
                      </a:r>
                      <a:endParaRPr sz="15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 of Students</a:t>
                      </a:r>
                      <a:endParaRPr sz="15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Female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13</a:t>
                      </a:r>
                      <a:endParaRPr sz="14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Male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9</a:t>
                      </a:r>
                      <a:endParaRPr sz="14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</a:t>
                      </a:r>
                      <a:endParaRPr sz="15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15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9" name="Google Shape;69;p2" title="Cha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70875" y="1507850"/>
            <a:ext cx="4312714" cy="3110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810" y="82296"/>
            <a:ext cx="233995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00975" y="166950"/>
            <a:ext cx="1831326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810" y="82296"/>
            <a:ext cx="233995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9450" y="65975"/>
            <a:ext cx="2365100" cy="73961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 txBox="1">
            <a:spLocks noGrp="1"/>
          </p:cNvSpPr>
          <p:nvPr>
            <p:ph type="title"/>
          </p:nvPr>
        </p:nvSpPr>
        <p:spPr>
          <a:xfrm>
            <a:off x="311700" y="777725"/>
            <a:ext cx="8520600" cy="5727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2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Students’ State Wise Details</a:t>
            </a:r>
            <a:endParaRPr sz="2420" b="1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79" name="Google Shape;79;p3"/>
          <p:cNvGraphicFramePr/>
          <p:nvPr/>
        </p:nvGraphicFramePr>
        <p:xfrm>
          <a:off x="311700" y="146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{B1D251AE-34FA-4EAD-A95B-919DA461DC62}</a:tableStyleId>
              </a:tblPr>
              <a:tblGrid>
                <a:gridCol w="187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</a:t>
                      </a:r>
                      <a:endParaRPr sz="11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 of students</a:t>
                      </a:r>
                      <a:endParaRPr sz="11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Karnataka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56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Kerala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44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Maharashtra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39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Tamil Nadu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Andhra Pradesh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8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Telangana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Odisha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8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Delhi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Gujarat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8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Bihar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8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Goa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8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Punjab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8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Himachal Pradesh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8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</a:t>
                      </a:r>
                      <a:endParaRPr sz="11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247</a:t>
                      </a:r>
                      <a:endParaRPr sz="11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80" name="Google Shape;80;p3" title="Char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66475" y="1502825"/>
            <a:ext cx="4925126" cy="3049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810" y="82296"/>
            <a:ext cx="233995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9450" y="0"/>
            <a:ext cx="2049088" cy="6408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256975" y="655088"/>
            <a:ext cx="8520600" cy="5727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1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Students’ Degree Course Wise Details: InCred</a:t>
            </a:r>
            <a:endParaRPr sz="2100" b="1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88" name="Google Shape;88;p4"/>
          <p:cNvGraphicFramePr/>
          <p:nvPr/>
        </p:nvGraphicFramePr>
        <p:xfrm>
          <a:off x="256975" y="1325500"/>
          <a:ext cx="4205350" cy="3935857"/>
        </p:xfrm>
        <a:graphic>
          <a:graphicData uri="http://schemas.openxmlformats.org/drawingml/2006/table">
            <a:tbl>
              <a:tblPr>
                <a:noFill/>
                <a:tableStyleId>{B1D251AE-34FA-4EAD-A95B-919DA461DC62}</a:tableStyleId>
              </a:tblPr>
              <a:tblGrid>
                <a:gridCol w="259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Course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 of Students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Engineering / Diploma in Engineering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150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BSc / BSc Honours / BSc (Paramedical)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Nursing / Pharmacy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53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Medicine (M.B.B.S)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Ayurvedic Medicine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BBA / BCom / BCom Honours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Arts / Humanities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Agriculture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Homeo medicine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Dental surgery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6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BCA/ BCA Honours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BsMs- Integrated PG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CA- Chartered accountancy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Law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Veterinary Medicine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364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pic>
        <p:nvPicPr>
          <p:cNvPr id="89" name="Google Shape;89;p4" title="Char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0" y="1451775"/>
            <a:ext cx="4317825" cy="31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</Words>
  <Application>Microsoft Office PowerPoint</Application>
  <PresentationFormat>On-screen Show (16:9)</PresentationFormat>
  <Paragraphs>77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Times New Roman</vt:lpstr>
      <vt:lpstr>Century Gothic</vt:lpstr>
      <vt:lpstr>Arial Black</vt:lpstr>
      <vt:lpstr>Arial</vt:lpstr>
      <vt:lpstr>Calibri</vt:lpstr>
      <vt:lpstr>Simple Light</vt:lpstr>
      <vt:lpstr>PowerPoint Presentation</vt:lpstr>
      <vt:lpstr>Students’ State Wise Details</vt:lpstr>
      <vt:lpstr>Students’ Degree Course Wise Details: InCred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Sumit Kolpe</cp:lastModifiedBy>
  <cp:revision>1</cp:revision>
  <dcterms:modified xsi:type="dcterms:W3CDTF">2026-06-12T18:01:11Z</dcterms:modified>
</cp:coreProperties>
</file>